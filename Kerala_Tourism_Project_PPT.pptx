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Kerala Tourism Website is a responsive web-based project developed using HTML, CSS, and Bootstrap.</a:t>
            </a:r>
          </a:p>
          <a:p>
            <a:r>
              <a:t>The website showcases popular tourist destinations in Kerala, travel packages, and contact details.</a:t>
            </a:r>
          </a:p>
          <a:p>
            <a:r>
              <a:t>It aims to provide users with an attractive and easy-to-use platform to explore Kerala tourism.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Roles &amp;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Roles:</a:t>
            </a:r>
          </a:p>
          <a:p>
            <a:r>
              <a:t>- Visitors / Tourists</a:t>
            </a:r>
          </a:p>
          <a:p/>
          <a:p>
            <a:r>
              <a:t>Features:</a:t>
            </a:r>
          </a:p>
          <a:p>
            <a:r>
              <a:t>- View tourist places with images</a:t>
            </a:r>
          </a:p>
          <a:p>
            <a:r>
              <a:t>- Explore available tour packages</a:t>
            </a:r>
          </a:p>
          <a:p>
            <a:r>
              <a:t>- Smooth navigation with fixed navbar</a:t>
            </a:r>
          </a:p>
          <a:p>
            <a:r>
              <a:t>- Responsive design for all devices</a:t>
            </a:r>
          </a:p>
          <a:p>
            <a:r>
              <a:t>- Contact form for enquiries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User login and registration system</a:t>
            </a:r>
          </a:p>
          <a:p>
            <a:r>
              <a:t>- Online booking and payment gateway</a:t>
            </a:r>
          </a:p>
          <a:p>
            <a:r>
              <a:t>- Search and filter destinations</a:t>
            </a:r>
          </a:p>
          <a:p>
            <a:r>
              <a:t>- Admin panel to manage packages</a:t>
            </a:r>
          </a:p>
          <a:p>
            <a:r>
              <a:t>- Google Maps integration</a:t>
            </a:r>
          </a:p>
          <a:p>
            <a:r>
              <a:t>- Reviews and ratings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Kerala Tourism website project successfully presents travel information in a clean and user-friendly way.</a:t>
            </a:r>
          </a:p>
          <a:p>
            <a:r>
              <a:t>It improves accessibility to tourism details and enhances user experience.</a:t>
            </a:r>
          </a:p>
          <a:p>
            <a:r>
              <a:t>With future enhancements, it can be developed into a complete tourism management system.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